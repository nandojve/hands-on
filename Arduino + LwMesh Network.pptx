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2"/>
  </p:sldMasterIdLst>
  <p:notesMasterIdLst>
    <p:notesMasterId r:id="rId25"/>
  </p:notesMasterIdLst>
  <p:sldIdLst>
    <p:sldId id="272" r:id="rId3"/>
    <p:sldId id="273" r:id="rId4"/>
    <p:sldId id="274" r:id="rId5"/>
    <p:sldId id="275" r:id="rId6"/>
    <p:sldId id="276" r:id="rId7"/>
    <p:sldId id="292" r:id="rId8"/>
    <p:sldId id="277" r:id="rId9"/>
    <p:sldId id="294" r:id="rId10"/>
    <p:sldId id="293" r:id="rId11"/>
    <p:sldId id="280" r:id="rId12"/>
    <p:sldId id="281" r:id="rId13"/>
    <p:sldId id="282" r:id="rId14"/>
    <p:sldId id="283" r:id="rId15"/>
    <p:sldId id="284" r:id="rId16"/>
    <p:sldId id="285" r:id="rId17"/>
    <p:sldId id="279" r:id="rId18"/>
    <p:sldId id="286" r:id="rId19"/>
    <p:sldId id="287" r:id="rId20"/>
    <p:sldId id="288" r:id="rId21"/>
    <p:sldId id="289" r:id="rId22"/>
    <p:sldId id="290" r:id="rId23"/>
    <p:sldId id="2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108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D4573-58E7-4156-A133-2731F5F8D1A6}" type="datetimeFigureOut">
              <a:rPr lang="en-US" smtClean="0"/>
              <a:t>6/2/2014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B0CF2-7F87-4E02-A248-870047730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1D30-C0A0-4124-A783-34D9F15FA0FE}" type="datetime1">
              <a:rPr lang="en-US" smtClean="0"/>
              <a:t>6/2/2014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Rectangle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077-7188-48C5-8679-2287FAC952E9}" type="datetime1">
              <a:rPr lang="en-US" smtClean="0"/>
              <a:t>6/2/2014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740-6776-4EE9-99FD-96D592FA5A23}" type="datetime1">
              <a:rPr lang="en-US" smtClean="0"/>
              <a:t>6/2/2014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BD99-6FFD-46C5-B5E2-43A34BDA2566}" type="datetime1">
              <a:rPr lang="en-US" smtClean="0"/>
              <a:t>6/2/2014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678E-214C-4CF8-97C7-95015FB02960}" type="datetime1">
              <a:rPr lang="en-US" smtClean="0"/>
              <a:t>6/2/2014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660E0-FA77-4473-A859-74127B089143}" type="datetime1">
              <a:rPr lang="en-US" smtClean="0"/>
              <a:t>6/2/2014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D7B8-9F07-4899-827D-5F3CFDDEB574}" type="datetime1">
              <a:rPr lang="en-US" smtClean="0"/>
              <a:t>6/2/2014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97C5C-1CD1-417D-A89C-14747F5222C7}" type="datetime1">
              <a:rPr lang="en-US" smtClean="0"/>
              <a:t>6/2/2014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FBB-CFA1-4AA8-9123-F0B52DBD84FE}" type="datetime1">
              <a:rPr lang="en-US" smtClean="0"/>
              <a:t>6/2/2014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5871-AB0F-4B3D-8861-97E78CB7B47E}" type="datetime1">
              <a:rPr lang="en-US" smtClean="0"/>
              <a:t>6/2/2014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8406-4C3F-4F3E-80BD-A22568EA37EB}" type="datetime1">
              <a:rPr lang="en-US" smtClean="0"/>
              <a:t>6/2/2014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Rectangle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Group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Freeform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  <p:sp>
              <p:nvSpPr>
                <p:cNvPr id="33" name="Freeform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</p:grpSp>
        </p:grpSp>
      </p:grp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61146459-E3C3-4969-9224-5ED50B492D17}" type="datetime1">
              <a:rPr lang="en-US" smtClean="0"/>
              <a:t>6/2/2014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ndojve/AVRxPROG" TargetMode="External"/><Relationship Id="rId2" Type="http://schemas.openxmlformats.org/officeDocument/2006/relationships/hyperlink" Target="http://www.atmel.com/tools/atmelstudio.aspx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racle.com/technetwork/java/javase/downloads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ndojve/hardware" TargetMode="External"/><Relationship Id="rId2" Type="http://schemas.openxmlformats.org/officeDocument/2006/relationships/hyperlink" Target="http://www.hw-group.com/products/hercules/index_en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Gerson</a:t>
            </a:r>
            <a:r>
              <a:rPr lang="en-US" dirty="0" smtClean="0"/>
              <a:t> Fernando </a:t>
            </a:r>
            <a:r>
              <a:rPr lang="en-US" dirty="0" err="1" smtClean="0"/>
              <a:t>Budke</a:t>
            </a:r>
            <a:endParaRPr lang="en-US" dirty="0" smtClean="0"/>
          </a:p>
          <a:p>
            <a:r>
              <a:rPr lang="en-US" dirty="0" smtClean="0"/>
              <a:t>nandojve@gmail.com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Arduino + </a:t>
            </a:r>
            <a:r>
              <a:rPr lang="en-US" dirty="0" err="1" smtClean="0"/>
              <a:t>LwMesh</a:t>
            </a:r>
            <a:r>
              <a:rPr lang="en-US" dirty="0" smtClean="0"/>
              <a:t> Network</a:t>
            </a:r>
            <a:br>
              <a:rPr lang="en-US" dirty="0" smtClean="0"/>
            </a:br>
            <a:r>
              <a:rPr lang="en-US" dirty="0" smtClean="0"/>
              <a:t>with WM-100 &amp; </a:t>
            </a:r>
            <a:r>
              <a:rPr lang="en-US" dirty="0" smtClean="0"/>
              <a:t>KITRFA1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  <a:p>
            <a:r>
              <a:rPr lang="en-US" dirty="0" smtClean="0"/>
              <a:t>Installing Tools</a:t>
            </a:r>
          </a:p>
          <a:p>
            <a:r>
              <a:rPr lang="en-US" dirty="0" smtClean="0"/>
              <a:t>Setup Environment</a:t>
            </a:r>
            <a:endParaRPr lang="en-US" dirty="0"/>
          </a:p>
          <a:p>
            <a:r>
              <a:rPr lang="en-US" dirty="0" smtClean="0"/>
              <a:t>Testing tools (Blink a LED)</a:t>
            </a:r>
            <a:endParaRPr lang="en-US" dirty="0"/>
          </a:p>
          <a:p>
            <a:r>
              <a:rPr lang="en-US" dirty="0" err="1" smtClean="0"/>
              <a:t>LwMesh</a:t>
            </a:r>
            <a:r>
              <a:rPr lang="en-US" dirty="0" smtClean="0"/>
              <a:t> (Energy Scan Demo)</a:t>
            </a:r>
            <a:endParaRPr lang="en-US" dirty="0"/>
          </a:p>
          <a:p>
            <a:r>
              <a:rPr lang="en-US" dirty="0" err="1" smtClean="0"/>
              <a:t>LwMesh</a:t>
            </a:r>
            <a:r>
              <a:rPr lang="en-US" dirty="0" smtClean="0"/>
              <a:t> (Peer-to-Peer Blink a LED)</a:t>
            </a:r>
          </a:p>
          <a:p>
            <a:r>
              <a:rPr lang="en-US" dirty="0" err="1" smtClean="0"/>
              <a:t>LwMesh</a:t>
            </a:r>
            <a:r>
              <a:rPr lang="en-US" dirty="0" smtClean="0"/>
              <a:t> (Peer-to-Peer UART)</a:t>
            </a:r>
          </a:p>
          <a:p>
            <a:r>
              <a:rPr lang="en-US" dirty="0" err="1" smtClean="0"/>
              <a:t>LwMesh</a:t>
            </a:r>
            <a:r>
              <a:rPr lang="en-US" dirty="0" smtClean="0"/>
              <a:t> (Wireless Sensor Network Demo </a:t>
            </a:r>
            <a:r>
              <a:rPr lang="en-US" dirty="0" err="1" smtClean="0"/>
              <a:t>WSNDemo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smtClean="0"/>
              <a:t>Issues?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hands on target is provide basic knowledge to use </a:t>
            </a:r>
            <a:r>
              <a:rPr lang="en-US" dirty="0" err="1" smtClean="0"/>
              <a:t>LwMesh</a:t>
            </a:r>
            <a:r>
              <a:rPr lang="en-US" dirty="0" smtClean="0"/>
              <a:t> Network with KITRFA1 and WM-100-Duino kits. To do this the user will follow a series of steps like:</a:t>
            </a:r>
          </a:p>
          <a:p>
            <a:pPr lvl="1"/>
            <a:r>
              <a:rPr lang="en-US" dirty="0" smtClean="0"/>
              <a:t>Install tools that compile and download firmware into board.</a:t>
            </a:r>
          </a:p>
          <a:p>
            <a:pPr lvl="1"/>
            <a:r>
              <a:rPr lang="en-US" dirty="0"/>
              <a:t>Setup of </a:t>
            </a:r>
            <a:r>
              <a:rPr lang="en-US" dirty="0" smtClean="0"/>
              <a:t>Arduino </a:t>
            </a:r>
            <a:r>
              <a:rPr lang="en-US" dirty="0"/>
              <a:t>IDE environment </a:t>
            </a:r>
            <a:r>
              <a:rPr lang="en-US" dirty="0" smtClean="0"/>
              <a:t>to use the tools </a:t>
            </a:r>
            <a:r>
              <a:rPr lang="en-US" dirty="0"/>
              <a:t>correctly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Compile, Download and Run Demos.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Install ATMEL Studio 6</a:t>
            </a:r>
          </a:p>
          <a:p>
            <a:pPr lvl="1"/>
            <a:r>
              <a:rPr lang="en-US" dirty="0" smtClean="0"/>
              <a:t>go to </a:t>
            </a: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www.atmel.com/tools/atmelstudio.aspx</a:t>
            </a:r>
            <a:r>
              <a:rPr lang="en-US" dirty="0" smtClean="0"/>
              <a:t> and download a full version of ATMEL Studio 6 (with .NET)</a:t>
            </a:r>
          </a:p>
          <a:p>
            <a:pPr lvl="1"/>
            <a:r>
              <a:rPr lang="en-US" dirty="0" smtClean="0"/>
              <a:t>Now, the basic environment have ALL devices configurations.</a:t>
            </a:r>
          </a:p>
          <a:p>
            <a:r>
              <a:rPr lang="en-US" dirty="0" smtClean="0"/>
              <a:t>Install </a:t>
            </a:r>
            <a:r>
              <a:rPr lang="en-US" dirty="0" err="1" smtClean="0"/>
              <a:t>AVRxPROG</a:t>
            </a:r>
            <a:endParaRPr lang="en-US" dirty="0" smtClean="0"/>
          </a:p>
          <a:p>
            <a:pPr lvl="1"/>
            <a:r>
              <a:rPr lang="en-US" dirty="0" smtClean="0"/>
              <a:t>go to</a:t>
            </a:r>
            <a:r>
              <a:rPr lang="en-US" dirty="0" smtClean="0"/>
              <a:t>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github.com/nandojve/AVRxPROG</a:t>
            </a:r>
            <a:r>
              <a:rPr lang="en-US" dirty="0" smtClean="0"/>
              <a:t> and download last version of </a:t>
            </a:r>
            <a:r>
              <a:rPr lang="en-US" dirty="0" err="1" smtClean="0"/>
              <a:t>AVRxPROG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Now, the firmware can be download to board by console or any high level application. Look the basic steps at:</a:t>
            </a:r>
          </a:p>
          <a:p>
            <a:pPr lvl="2"/>
            <a:r>
              <a:rPr lang="en-US" dirty="0" smtClean="0"/>
              <a:t>cd &lt;</a:t>
            </a:r>
            <a:r>
              <a:rPr lang="en-US" dirty="0" err="1" smtClean="0"/>
              <a:t>avrxprog</a:t>
            </a:r>
            <a:r>
              <a:rPr lang="en-US" dirty="0" smtClean="0"/>
              <a:t> install </a:t>
            </a:r>
            <a:r>
              <a:rPr lang="en-US" dirty="0" err="1" smtClean="0"/>
              <a:t>dir</a:t>
            </a:r>
            <a:r>
              <a:rPr lang="en-US" dirty="0" smtClean="0"/>
              <a:t>&gt;</a:t>
            </a:r>
          </a:p>
          <a:p>
            <a:pPr lvl="2"/>
            <a:r>
              <a:rPr lang="en-US" dirty="0" err="1" smtClean="0"/>
              <a:t>avrxprog</a:t>
            </a:r>
            <a:r>
              <a:rPr lang="en-US" dirty="0" smtClean="0"/>
              <a:t> &lt;enter&gt;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Installing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8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Install Java 6 run time software</a:t>
            </a:r>
          </a:p>
          <a:p>
            <a:pPr lvl="1"/>
            <a:r>
              <a:rPr lang="en-US" dirty="0" smtClean="0"/>
              <a:t>go to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www.oracle.com/technetwork/java/javase/downloads/index.html</a:t>
            </a:r>
            <a:r>
              <a:rPr lang="en-US" dirty="0"/>
              <a:t> </a:t>
            </a:r>
            <a:r>
              <a:rPr lang="en-US" dirty="0" smtClean="0"/>
              <a:t>and download last java </a:t>
            </a:r>
            <a:r>
              <a:rPr lang="en-US" dirty="0" err="1" smtClean="0"/>
              <a:t>jre</a:t>
            </a:r>
            <a:r>
              <a:rPr lang="en-US" dirty="0" smtClean="0"/>
              <a:t> version</a:t>
            </a:r>
          </a:p>
          <a:p>
            <a:pPr lvl="1"/>
            <a:r>
              <a:rPr lang="en-US" dirty="0" smtClean="0"/>
              <a:t>This is need by Arduino IDE</a:t>
            </a:r>
            <a:endParaRPr lang="en-US" dirty="0"/>
          </a:p>
          <a:p>
            <a:r>
              <a:rPr lang="en-US" dirty="0" smtClean="0"/>
              <a:t>Install Arduino IDE</a:t>
            </a:r>
          </a:p>
          <a:p>
            <a:pPr lvl="1"/>
            <a:r>
              <a:rPr lang="en-US" dirty="0" smtClean="0"/>
              <a:t>create a folder and called </a:t>
            </a:r>
            <a:r>
              <a:rPr lang="en-US" i="1" dirty="0" smtClean="0"/>
              <a:t>Arduino</a:t>
            </a:r>
          </a:p>
          <a:p>
            <a:pPr lvl="1"/>
            <a:r>
              <a:rPr lang="en-US" dirty="0" smtClean="0"/>
              <a:t>go to </a:t>
            </a:r>
            <a:r>
              <a:rPr lang="en-US" dirty="0"/>
              <a:t>https://</a:t>
            </a:r>
            <a:r>
              <a:rPr lang="en-US" dirty="0" smtClean="0"/>
              <a:t>github.com/nandojve/Arduino/release and download last version of Arduino IDE. Put the download into that folder! This is a fork of Arduino IDE v1.05 that uses </a:t>
            </a:r>
            <a:r>
              <a:rPr lang="en-US" dirty="0" err="1" smtClean="0"/>
              <a:t>AVRxPROG</a:t>
            </a:r>
            <a:r>
              <a:rPr lang="en-US" dirty="0" smtClean="0"/>
              <a:t> and have full version of </a:t>
            </a:r>
            <a:r>
              <a:rPr lang="en-US" dirty="0" err="1" smtClean="0"/>
              <a:t>LwMesh</a:t>
            </a:r>
            <a:r>
              <a:rPr lang="en-US" dirty="0" smtClean="0"/>
              <a:t> network library ported to Arduino.</a:t>
            </a:r>
          </a:p>
          <a:p>
            <a:pPr lvl="1"/>
            <a:r>
              <a:rPr lang="en-US" dirty="0" smtClean="0"/>
              <a:t>extract all content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Download Hercules Utility</a:t>
            </a:r>
            <a:endParaRPr lang="en-US" dirty="0" smtClean="0"/>
          </a:p>
          <a:p>
            <a:pPr lvl="1"/>
            <a:r>
              <a:rPr lang="en-US" dirty="0" smtClean="0"/>
              <a:t>go </a:t>
            </a:r>
            <a:r>
              <a:rPr lang="en-US" dirty="0"/>
              <a:t>to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www.hw-group.com/products/hercules/index_en.html</a:t>
            </a:r>
            <a:r>
              <a:rPr lang="en-US" dirty="0" smtClean="0"/>
              <a:t> and download last version</a:t>
            </a:r>
          </a:p>
          <a:p>
            <a:pPr lvl="1"/>
            <a:r>
              <a:rPr lang="en-US" dirty="0" smtClean="0"/>
              <a:t>First run, accept license</a:t>
            </a:r>
            <a:endParaRPr lang="en-US" dirty="0"/>
          </a:p>
          <a:p>
            <a:r>
              <a:rPr lang="en-US" dirty="0" smtClean="0"/>
              <a:t>Install board drivers</a:t>
            </a:r>
          </a:p>
          <a:p>
            <a:pPr lvl="1"/>
            <a:r>
              <a:rPr lang="en-US" dirty="0" smtClean="0"/>
              <a:t>go to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github.com/nandojve/hardware</a:t>
            </a:r>
            <a:endParaRPr lang="en-US" dirty="0" smtClean="0"/>
          </a:p>
          <a:p>
            <a:pPr lvl="1"/>
            <a:r>
              <a:rPr lang="en-US" dirty="0" smtClean="0"/>
              <a:t>Open &lt;board&gt;/driver folder and download content</a:t>
            </a:r>
          </a:p>
          <a:p>
            <a:pPr lvl="1"/>
            <a:r>
              <a:rPr lang="en-US" dirty="0" smtClean="0"/>
              <a:t>WM-100-DUINO:</a:t>
            </a:r>
          </a:p>
          <a:p>
            <a:pPr lvl="2"/>
            <a:r>
              <a:rPr lang="en-US" dirty="0" smtClean="0"/>
              <a:t>Board: WM – Wireless Modules</a:t>
            </a:r>
          </a:p>
          <a:p>
            <a:pPr lvl="2"/>
            <a:r>
              <a:rPr lang="en-US" dirty="0" smtClean="0"/>
              <a:t>Driver: WM Series (Wireless Module CDC Driver)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745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Setup second KITRFA1 COM </a:t>
            </a:r>
            <a:r>
              <a:rPr lang="en-US" dirty="0" smtClean="0"/>
              <a:t>port</a:t>
            </a:r>
            <a:endParaRPr lang="en-US" dirty="0" smtClean="0"/>
          </a:p>
          <a:p>
            <a:pPr lvl="1"/>
            <a:r>
              <a:rPr lang="en-US" dirty="0" smtClean="0"/>
              <a:t>Open Control Panel -&gt;</a:t>
            </a:r>
          </a:p>
          <a:p>
            <a:pPr lvl="1"/>
            <a:r>
              <a:rPr lang="en-US" dirty="0" smtClean="0"/>
              <a:t>System and Security -&gt;</a:t>
            </a:r>
          </a:p>
          <a:p>
            <a:pPr lvl="1"/>
            <a:r>
              <a:rPr lang="en-US" dirty="0" smtClean="0"/>
              <a:t>System -&gt;</a:t>
            </a:r>
          </a:p>
          <a:p>
            <a:pPr lvl="1"/>
            <a:r>
              <a:rPr lang="en-US" dirty="0" smtClean="0"/>
              <a:t>USB controllers -&gt;</a:t>
            </a:r>
          </a:p>
          <a:p>
            <a:pPr lvl="1"/>
            <a:r>
              <a:rPr lang="en-US" dirty="0" smtClean="0"/>
              <a:t>Select USB Serial Converter B -&gt;</a:t>
            </a:r>
          </a:p>
          <a:p>
            <a:pPr lvl="1"/>
            <a:r>
              <a:rPr lang="en-US" dirty="0" smtClean="0"/>
              <a:t>Properties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Environment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632" y="784928"/>
            <a:ext cx="5445162" cy="607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Load VCP driver</a:t>
            </a:r>
          </a:p>
          <a:p>
            <a:pPr lvl="1"/>
            <a:r>
              <a:rPr lang="en-US" dirty="0" smtClean="0"/>
              <a:t>Press OK</a:t>
            </a:r>
          </a:p>
          <a:p>
            <a:pPr lvl="1"/>
            <a:r>
              <a:rPr lang="en-US" dirty="0" smtClean="0"/>
              <a:t>Now, 2° port will install and show up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Environment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201" y="1935480"/>
            <a:ext cx="421005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74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Arduino</a:t>
            </a:r>
          </a:p>
          <a:p>
            <a:pPr lvl="1"/>
            <a:r>
              <a:rPr lang="en-US" dirty="0" smtClean="0"/>
              <a:t>Set Preferences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Environment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411" y="1935480"/>
            <a:ext cx="5940468" cy="480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7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Set Board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Environment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245" y="1847088"/>
            <a:ext cx="6376724" cy="492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28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Set COM Port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Environment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767" y="1847088"/>
            <a:ext cx="4175700" cy="495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70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Blink example</a:t>
            </a:r>
          </a:p>
          <a:p>
            <a:r>
              <a:rPr lang="en-US" dirty="0" smtClean="0"/>
              <a:t>Close other Arduino IDE</a:t>
            </a:r>
            <a:endParaRPr lang="en-US" dirty="0" smtClean="0"/>
          </a:p>
          <a:p>
            <a:r>
              <a:rPr lang="en-US" dirty="0" smtClean="0"/>
              <a:t>Save (CTRL+S)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(Blink a LED)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174" y="1847088"/>
            <a:ext cx="4604367" cy="493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76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</a:t>
            </a:r>
            <a:r>
              <a:rPr lang="en-US" dirty="0" err="1" smtClean="0"/>
              <a:t>pinMode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34 – KITRFA1</a:t>
            </a:r>
          </a:p>
          <a:p>
            <a:pPr lvl="1"/>
            <a:r>
              <a:rPr lang="en-US" dirty="0" smtClean="0"/>
              <a:t>24 – WM-100-DUINO</a:t>
            </a:r>
            <a:endParaRPr lang="en-US" dirty="0" smtClean="0"/>
          </a:p>
          <a:p>
            <a:r>
              <a:rPr lang="en-US" dirty="0" smtClean="0"/>
              <a:t>Save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(Blink a LED)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921" y="1847088"/>
            <a:ext cx="4155537" cy="492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44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Compile </a:t>
            </a:r>
            <a:r>
              <a:rPr lang="en-US" i="1" dirty="0" smtClean="0"/>
              <a:t>(Arduino Verify)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(Blink a LED)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722" y="1847088"/>
            <a:ext cx="4158336" cy="494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21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Upload </a:t>
            </a:r>
            <a:r>
              <a:rPr lang="en-US" i="1" dirty="0" smtClean="0"/>
              <a:t>(Setup KIT)</a:t>
            </a:r>
          </a:p>
          <a:p>
            <a:pPr lvl="1"/>
            <a:r>
              <a:rPr lang="en-US" i="1" dirty="0" smtClean="0"/>
              <a:t>KITRFA1:</a:t>
            </a:r>
          </a:p>
          <a:p>
            <a:pPr lvl="2"/>
            <a:r>
              <a:rPr lang="en-US" i="1" dirty="0" smtClean="0"/>
              <a:t>Power Off kit</a:t>
            </a:r>
          </a:p>
          <a:p>
            <a:pPr lvl="2"/>
            <a:r>
              <a:rPr lang="en-US" i="1" dirty="0" smtClean="0"/>
              <a:t>Press SWITCH key</a:t>
            </a:r>
          </a:p>
          <a:p>
            <a:pPr lvl="2"/>
            <a:r>
              <a:rPr lang="en-US" i="1" dirty="0" smtClean="0"/>
              <a:t>Power On kit</a:t>
            </a:r>
          </a:p>
          <a:p>
            <a:pPr lvl="2"/>
            <a:r>
              <a:rPr lang="en-US" i="1" dirty="0" smtClean="0"/>
              <a:t>LED 3 blink 5 times</a:t>
            </a:r>
          </a:p>
          <a:p>
            <a:pPr lvl="2"/>
            <a:r>
              <a:rPr lang="en-US" i="1" dirty="0" smtClean="0"/>
              <a:t>(auto) Kit waiting </a:t>
            </a:r>
            <a:r>
              <a:rPr lang="en-US" i="1" dirty="0" err="1" smtClean="0"/>
              <a:t>AVRxPROG</a:t>
            </a:r>
            <a:endParaRPr lang="en-US" i="1" dirty="0" smtClean="0"/>
          </a:p>
          <a:p>
            <a:pPr lvl="2"/>
            <a:r>
              <a:rPr lang="en-US" i="1" dirty="0"/>
              <a:t>(auto) </a:t>
            </a:r>
            <a:r>
              <a:rPr lang="en-US" i="1" dirty="0" err="1" smtClean="0"/>
              <a:t>AVRxPROG</a:t>
            </a:r>
            <a:r>
              <a:rPr lang="en-US" i="1" dirty="0" smtClean="0"/>
              <a:t> exit </a:t>
            </a:r>
            <a:r>
              <a:rPr lang="en-US" i="1" dirty="0" err="1" smtClean="0"/>
              <a:t>bootloader</a:t>
            </a:r>
            <a:endParaRPr lang="en-US" i="1" dirty="0" smtClean="0"/>
          </a:p>
          <a:p>
            <a:pPr lvl="2"/>
            <a:r>
              <a:rPr lang="en-US" i="1" dirty="0" smtClean="0"/>
              <a:t>(auto) Led blink 5 times</a:t>
            </a:r>
          </a:p>
          <a:p>
            <a:pPr lvl="2"/>
            <a:r>
              <a:rPr lang="en-US" i="1" dirty="0" smtClean="0"/>
              <a:t>(auto) </a:t>
            </a:r>
            <a:r>
              <a:rPr lang="en-US" i="1" dirty="0" err="1" smtClean="0"/>
              <a:t>bootloader</a:t>
            </a:r>
            <a:r>
              <a:rPr lang="en-US" i="1" dirty="0" smtClean="0"/>
              <a:t> run application</a:t>
            </a:r>
          </a:p>
          <a:p>
            <a:pPr lvl="1"/>
            <a:r>
              <a:rPr lang="en-US" i="1" dirty="0" smtClean="0"/>
              <a:t>WM-100-DUINO</a:t>
            </a:r>
          </a:p>
          <a:p>
            <a:pPr lvl="2"/>
            <a:r>
              <a:rPr lang="en-US" i="1" dirty="0" smtClean="0"/>
              <a:t>Press Reset key (S1)</a:t>
            </a:r>
          </a:p>
          <a:p>
            <a:pPr lvl="2"/>
            <a:r>
              <a:rPr lang="en-US" i="1" dirty="0" smtClean="0"/>
              <a:t>Press DFU key (S2)</a:t>
            </a:r>
          </a:p>
          <a:p>
            <a:pPr lvl="2"/>
            <a:r>
              <a:rPr lang="en-US" i="1" dirty="0" smtClean="0"/>
              <a:t>Release S1</a:t>
            </a:r>
          </a:p>
          <a:p>
            <a:pPr lvl="2"/>
            <a:r>
              <a:rPr lang="en-US" i="1" dirty="0" smtClean="0"/>
              <a:t>LED 0 blink 5 times</a:t>
            </a:r>
          </a:p>
          <a:p>
            <a:pPr lvl="2"/>
            <a:r>
              <a:rPr lang="en-US" i="1" dirty="0" smtClean="0"/>
              <a:t>Release S2</a:t>
            </a:r>
          </a:p>
          <a:p>
            <a:pPr lvl="2"/>
            <a:r>
              <a:rPr lang="en-US" i="1" dirty="0" smtClean="0"/>
              <a:t>(auto) idem KITRFA1</a:t>
            </a:r>
          </a:p>
          <a:p>
            <a:r>
              <a:rPr lang="en-US" dirty="0" smtClean="0"/>
              <a:t>Upload </a:t>
            </a:r>
            <a:r>
              <a:rPr lang="en-US" i="1" dirty="0" smtClean="0"/>
              <a:t>(Arduino Upload)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(Blink a LED)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697" y="1847088"/>
            <a:ext cx="4207335" cy="497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81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EDdemo</a:t>
            </a:r>
            <a:endParaRPr lang="en-US" dirty="0" smtClean="0"/>
          </a:p>
          <a:p>
            <a:r>
              <a:rPr lang="en-US" dirty="0" smtClean="0"/>
              <a:t>Save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LwMesh</a:t>
            </a:r>
            <a:r>
              <a:rPr lang="en-US" dirty="0"/>
              <a:t> (Energy Scan Demo)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7088"/>
            <a:ext cx="4463835" cy="501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EDemo</a:t>
            </a:r>
            <a:r>
              <a:rPr lang="en-US" dirty="0" err="1"/>
              <a:t>.</a:t>
            </a:r>
            <a:r>
              <a:rPr lang="en-US" dirty="0" err="1" smtClean="0"/>
              <a:t>ino</a:t>
            </a:r>
            <a:r>
              <a:rPr lang="en-US" dirty="0" smtClean="0"/>
              <a:t> have sample code</a:t>
            </a:r>
          </a:p>
          <a:p>
            <a:r>
              <a:rPr lang="en-US" dirty="0" err="1" smtClean="0"/>
              <a:t>LwMesh</a:t>
            </a:r>
            <a:r>
              <a:rPr lang="en-US" dirty="0" err="1"/>
              <a:t>.</a:t>
            </a:r>
            <a:r>
              <a:rPr lang="en-US" dirty="0" err="1" smtClean="0"/>
              <a:t>ino</a:t>
            </a:r>
            <a:r>
              <a:rPr lang="en-US" dirty="0" smtClean="0"/>
              <a:t> have:</a:t>
            </a:r>
          </a:p>
          <a:p>
            <a:pPr lvl="1"/>
            <a:r>
              <a:rPr lang="en-US" dirty="0" smtClean="0"/>
              <a:t>basic </a:t>
            </a:r>
            <a:r>
              <a:rPr lang="en-US" dirty="0" err="1" smtClean="0"/>
              <a:t>LwMesh</a:t>
            </a:r>
            <a:r>
              <a:rPr lang="en-US" dirty="0" smtClean="0"/>
              <a:t> object use</a:t>
            </a:r>
          </a:p>
          <a:p>
            <a:pPr lvl="1"/>
            <a:r>
              <a:rPr lang="en-US" dirty="0" smtClean="0"/>
              <a:t>setup and loop code</a:t>
            </a:r>
          </a:p>
          <a:p>
            <a:r>
              <a:rPr lang="en-US" dirty="0" smtClean="0"/>
              <a:t>More details of </a:t>
            </a:r>
            <a:r>
              <a:rPr lang="en-US" dirty="0" err="1" smtClean="0"/>
              <a:t>LwMesh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&lt;Arduino&gt;/libraries/</a:t>
            </a:r>
            <a:r>
              <a:rPr lang="en-US" dirty="0" err="1" smtClean="0"/>
              <a:t>LwMesh</a:t>
            </a:r>
            <a:r>
              <a:rPr lang="en-US" dirty="0" smtClean="0"/>
              <a:t>/doc</a:t>
            </a:r>
          </a:p>
          <a:p>
            <a:r>
              <a:rPr lang="en-US" dirty="0" smtClean="0"/>
              <a:t>Prepare to </a:t>
            </a:r>
            <a:r>
              <a:rPr lang="en-US" dirty="0" err="1" smtClean="0"/>
              <a:t>AVRxPROG</a:t>
            </a:r>
            <a:endParaRPr lang="en-US" dirty="0" smtClean="0"/>
          </a:p>
          <a:p>
            <a:r>
              <a:rPr lang="en-US" dirty="0" smtClean="0"/>
              <a:t>Upload demo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LwMesh</a:t>
            </a:r>
            <a:r>
              <a:rPr lang="en-US" dirty="0"/>
              <a:t> (Energy Scan Demo)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7088"/>
            <a:ext cx="4229437" cy="502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serial monitor at 115200 </a:t>
            </a:r>
            <a:r>
              <a:rPr lang="en-US" dirty="0" err="1" smtClean="0"/>
              <a:t>kbit</a:t>
            </a:r>
            <a:endParaRPr lang="en-US" dirty="0" smtClean="0"/>
          </a:p>
          <a:p>
            <a:r>
              <a:rPr lang="en-US" dirty="0" smtClean="0"/>
              <a:t>Demo show:</a:t>
            </a:r>
          </a:p>
          <a:p>
            <a:pPr lvl="1"/>
            <a:r>
              <a:rPr lang="en-US" dirty="0" smtClean="0"/>
              <a:t>Line by line power of channels</a:t>
            </a:r>
          </a:p>
          <a:p>
            <a:pPr lvl="1"/>
            <a:r>
              <a:rPr lang="en-US" dirty="0" smtClean="0"/>
              <a:t>Any line show channel 11 to 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LwMesh</a:t>
            </a:r>
            <a:r>
              <a:rPr lang="en-US" dirty="0"/>
              <a:t> (Energy Scan Demo)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7088"/>
            <a:ext cx="4196395" cy="501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73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New </a:t>
            </a:r>
            <a:r>
              <a:rPr lang="en-US" dirty="0" err="1" smtClean="0"/>
              <a:t>SimpleRemote</a:t>
            </a:r>
            <a:endParaRPr lang="en-US" dirty="0" smtClean="0"/>
          </a:p>
          <a:p>
            <a:r>
              <a:rPr lang="en-US" dirty="0" smtClean="0"/>
              <a:t>Save</a:t>
            </a:r>
          </a:p>
          <a:p>
            <a:r>
              <a:rPr lang="en-US" dirty="0" smtClean="0"/>
              <a:t>Setup boards:</a:t>
            </a:r>
          </a:p>
          <a:p>
            <a:pPr lvl="1"/>
            <a:r>
              <a:rPr lang="en-US" dirty="0" smtClean="0"/>
              <a:t>Board 1:</a:t>
            </a:r>
          </a:p>
          <a:p>
            <a:pPr lvl="2"/>
            <a:r>
              <a:rPr lang="en-US" dirty="0"/>
              <a:t>Set </a:t>
            </a:r>
            <a:r>
              <a:rPr lang="en-US" dirty="0" err="1" smtClean="0"/>
              <a:t>appDataReq.dstAddr</a:t>
            </a:r>
            <a:r>
              <a:rPr lang="en-US" dirty="0" smtClean="0"/>
              <a:t> </a:t>
            </a:r>
            <a:r>
              <a:rPr lang="en-US" dirty="0"/>
              <a:t>= 1</a:t>
            </a:r>
            <a:r>
              <a:rPr lang="en-US" dirty="0" smtClean="0"/>
              <a:t>;</a:t>
            </a:r>
          </a:p>
          <a:p>
            <a:pPr lvl="2"/>
            <a:r>
              <a:rPr lang="en-US" dirty="0"/>
              <a:t>Set </a:t>
            </a:r>
            <a:r>
              <a:rPr lang="en-US" dirty="0" err="1"/>
              <a:t>lwMesh.begin</a:t>
            </a:r>
            <a:r>
              <a:rPr lang="en-US" dirty="0"/>
              <a:t>(</a:t>
            </a:r>
            <a:r>
              <a:rPr lang="en-US" dirty="0" err="1"/>
              <a:t>rx_frame</a:t>
            </a:r>
            <a:r>
              <a:rPr lang="en-US" dirty="0"/>
              <a:t>, 0</a:t>
            </a:r>
            <a:r>
              <a:rPr lang="en-US" dirty="0" smtClean="0"/>
              <a:t>);</a:t>
            </a:r>
          </a:p>
          <a:p>
            <a:pPr lvl="2"/>
            <a:r>
              <a:rPr lang="en-US" dirty="0"/>
              <a:t>S</a:t>
            </a:r>
            <a:r>
              <a:rPr lang="en-US" dirty="0" smtClean="0"/>
              <a:t>ave</a:t>
            </a:r>
          </a:p>
          <a:p>
            <a:pPr lvl="2"/>
            <a:r>
              <a:rPr lang="en-US" dirty="0" smtClean="0"/>
              <a:t>Upload</a:t>
            </a:r>
          </a:p>
          <a:p>
            <a:pPr lvl="1"/>
            <a:r>
              <a:rPr lang="en-US" dirty="0" smtClean="0"/>
              <a:t>Board 2:</a:t>
            </a:r>
          </a:p>
          <a:p>
            <a:pPr lvl="2"/>
            <a:r>
              <a:rPr lang="en-US" dirty="0"/>
              <a:t>Set </a:t>
            </a:r>
            <a:r>
              <a:rPr lang="en-US" dirty="0" err="1"/>
              <a:t>appDataReq.dstAddr</a:t>
            </a:r>
            <a:r>
              <a:rPr lang="en-US" dirty="0"/>
              <a:t> = </a:t>
            </a:r>
            <a:r>
              <a:rPr lang="en-US" dirty="0" smtClean="0"/>
              <a:t>0;</a:t>
            </a:r>
            <a:endParaRPr lang="en-US" dirty="0"/>
          </a:p>
          <a:p>
            <a:pPr lvl="2"/>
            <a:r>
              <a:rPr lang="en-US" dirty="0"/>
              <a:t>Set </a:t>
            </a:r>
            <a:r>
              <a:rPr lang="en-US" dirty="0" err="1"/>
              <a:t>lwMesh.begin</a:t>
            </a:r>
            <a:r>
              <a:rPr lang="en-US" dirty="0"/>
              <a:t>(</a:t>
            </a:r>
            <a:r>
              <a:rPr lang="en-US" dirty="0" err="1"/>
              <a:t>rx_frame</a:t>
            </a:r>
            <a:r>
              <a:rPr lang="en-US" dirty="0"/>
              <a:t>, </a:t>
            </a:r>
            <a:r>
              <a:rPr lang="en-US" dirty="0" smtClean="0"/>
              <a:t>1);</a:t>
            </a:r>
          </a:p>
          <a:p>
            <a:pPr lvl="2"/>
            <a:r>
              <a:rPr lang="en-US" dirty="0"/>
              <a:t>S</a:t>
            </a:r>
            <a:r>
              <a:rPr lang="en-US" dirty="0" smtClean="0"/>
              <a:t>ave</a:t>
            </a:r>
            <a:endParaRPr lang="en-US" dirty="0"/>
          </a:p>
          <a:p>
            <a:pPr lvl="2"/>
            <a:r>
              <a:rPr lang="en-US" dirty="0" smtClean="0"/>
              <a:t>Upload</a:t>
            </a:r>
          </a:p>
          <a:p>
            <a:r>
              <a:rPr lang="en-US" dirty="0" smtClean="0"/>
              <a:t>Press SWITCH/DFU key to blink led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LwMesh</a:t>
            </a:r>
            <a:r>
              <a:rPr lang="en-US" dirty="0"/>
              <a:t> (Peer-to-Peer Blink a LED)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7087"/>
            <a:ext cx="4302265" cy="503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41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</a:t>
            </a:r>
            <a:r>
              <a:rPr lang="en-US" dirty="0" err="1" smtClean="0"/>
              <a:t>PeerToPeer</a:t>
            </a:r>
            <a:endParaRPr lang="en-US" dirty="0" smtClean="0"/>
          </a:p>
          <a:p>
            <a:r>
              <a:rPr lang="en-US" dirty="0" smtClean="0"/>
              <a:t>Save</a:t>
            </a:r>
          </a:p>
          <a:p>
            <a:r>
              <a:rPr lang="en-US" dirty="0" smtClean="0"/>
              <a:t>Setup boards like (</a:t>
            </a:r>
            <a:r>
              <a:rPr lang="en-US" dirty="0" err="1" smtClean="0"/>
              <a:t>SimpleRemote</a:t>
            </a:r>
            <a:r>
              <a:rPr lang="en-US" dirty="0" smtClean="0"/>
              <a:t>)</a:t>
            </a:r>
          </a:p>
          <a:p>
            <a:r>
              <a:rPr lang="en-US" dirty="0" smtClean="0"/>
              <a:t>Open two Hercules Console</a:t>
            </a:r>
          </a:p>
          <a:p>
            <a:pPr lvl="1"/>
            <a:r>
              <a:rPr lang="en-US" dirty="0" smtClean="0"/>
              <a:t>First, open with board 1</a:t>
            </a:r>
          </a:p>
          <a:p>
            <a:pPr lvl="1"/>
            <a:r>
              <a:rPr lang="en-US" dirty="0" smtClean="0"/>
              <a:t>Second, open with board 2</a:t>
            </a:r>
          </a:p>
          <a:p>
            <a:pPr lvl="1"/>
            <a:r>
              <a:rPr lang="en-US" dirty="0" smtClean="0"/>
              <a:t>Both at 115200 kbps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LwMesh</a:t>
            </a:r>
            <a:r>
              <a:rPr lang="en-US" dirty="0"/>
              <a:t> (Peer-to-Peer </a:t>
            </a:r>
            <a:r>
              <a:rPr lang="en-US" dirty="0" smtClean="0"/>
              <a:t>UART)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1862"/>
            <a:ext cx="5111469" cy="504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57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</a:t>
            </a:r>
            <a:r>
              <a:rPr lang="en-US" dirty="0" err="1" smtClean="0"/>
              <a:t>WSNDemo</a:t>
            </a:r>
            <a:endParaRPr lang="en-US" dirty="0" smtClean="0"/>
          </a:p>
          <a:p>
            <a:r>
              <a:rPr lang="en-US" dirty="0" smtClean="0"/>
              <a:t>Save</a:t>
            </a:r>
          </a:p>
          <a:p>
            <a:r>
              <a:rPr lang="en-US" dirty="0" smtClean="0"/>
              <a:t>Setup board in </a:t>
            </a:r>
            <a:r>
              <a:rPr lang="en-US" dirty="0" err="1" smtClean="0"/>
              <a:t>conf.h</a:t>
            </a:r>
            <a:endParaRPr lang="en-US" dirty="0" smtClean="0"/>
          </a:p>
          <a:p>
            <a:pPr lvl="1"/>
            <a:r>
              <a:rPr lang="en-US" dirty="0" smtClean="0"/>
              <a:t>Set APP_ADDR given by instructor</a:t>
            </a:r>
          </a:p>
          <a:p>
            <a:pPr lvl="1"/>
            <a:r>
              <a:rPr lang="en-US" dirty="0" smtClean="0"/>
              <a:t>Set APP_CAPTION with your name</a:t>
            </a:r>
          </a:p>
          <a:p>
            <a:r>
              <a:rPr lang="en-US" dirty="0" smtClean="0"/>
              <a:t>Upload</a:t>
            </a:r>
          </a:p>
          <a:p>
            <a:r>
              <a:rPr lang="en-US" dirty="0" smtClean="0"/>
              <a:t>Look at </a:t>
            </a:r>
            <a:r>
              <a:rPr lang="en-US" dirty="0" err="1" smtClean="0"/>
              <a:t>WSNMonitor</a:t>
            </a:r>
            <a:r>
              <a:rPr lang="en-US" dirty="0" smtClean="0"/>
              <a:t> your name!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 err="1" smtClean="0"/>
              <a:t>LwMesh</a:t>
            </a:r>
            <a:r>
              <a:rPr lang="en-US" sz="4400" dirty="0" smtClean="0"/>
              <a:t> </a:t>
            </a:r>
            <a:r>
              <a:rPr lang="en-US" sz="3200" dirty="0" smtClean="0"/>
              <a:t>(Wireless </a:t>
            </a:r>
            <a:r>
              <a:rPr lang="en-US" sz="3200" dirty="0"/>
              <a:t>Sensor Network Demo </a:t>
            </a:r>
            <a:r>
              <a:rPr lang="en-US" sz="3200" dirty="0" err="1" smtClean="0"/>
              <a:t>WSNDemo</a:t>
            </a:r>
            <a:r>
              <a:rPr lang="en-US" sz="3200" dirty="0"/>
              <a:t>)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510" y="1847088"/>
            <a:ext cx="4310358" cy="502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65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nandojve</a:t>
            </a:r>
            <a:r>
              <a:rPr lang="en-US" dirty="0" smtClean="0"/>
              <a:t> at </a:t>
            </a:r>
            <a:r>
              <a:rPr lang="en-US" dirty="0" err="1" smtClean="0"/>
              <a:t>gmail</a:t>
            </a:r>
            <a:r>
              <a:rPr lang="en-US" dirty="0" smtClean="0"/>
              <a:t> dot com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54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on brainstorming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on brainstorming" id="{C229246F-E851-40FB-8E1D-535DCA6AFD71}" vid="{8D346C02-FE09-4A8E-BC58-EB73E373F0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3BE57A2-D666-4652-B423-3EEF5C79D9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brainstorming presentation</Template>
  <TotalTime>0</TotalTime>
  <Words>710</Words>
  <Application>Microsoft Office PowerPoint</Application>
  <PresentationFormat>Widescreen</PresentationFormat>
  <Paragraphs>145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Century Gothic</vt:lpstr>
      <vt:lpstr>Palatino Linotype</vt:lpstr>
      <vt:lpstr>Wingdings 2</vt:lpstr>
      <vt:lpstr>Presentation on brainstorming</vt:lpstr>
      <vt:lpstr>Arduino + LwMesh Network with WM-100 &amp; KITRFA1</vt:lpstr>
      <vt:lpstr>Agenda</vt:lpstr>
      <vt:lpstr>Overview</vt:lpstr>
      <vt:lpstr>Installing Tools</vt:lpstr>
      <vt:lpstr>Installing Tools</vt:lpstr>
      <vt:lpstr>Installing Tools</vt:lpstr>
      <vt:lpstr>Setup Environment</vt:lpstr>
      <vt:lpstr>Setup Environment</vt:lpstr>
      <vt:lpstr>Setup Environment</vt:lpstr>
      <vt:lpstr>Setup Environment</vt:lpstr>
      <vt:lpstr>Setup Environment</vt:lpstr>
      <vt:lpstr>Testing tools (Blink a LED)</vt:lpstr>
      <vt:lpstr>Testing tools (Blink a LED)</vt:lpstr>
      <vt:lpstr>Testing tools (Blink a LED)</vt:lpstr>
      <vt:lpstr>Testing tools (Blink a LED)</vt:lpstr>
      <vt:lpstr>LwMesh (Energy Scan Demo)</vt:lpstr>
      <vt:lpstr>LwMesh (Energy Scan Demo)</vt:lpstr>
      <vt:lpstr>LwMesh (Energy Scan Demo)</vt:lpstr>
      <vt:lpstr>LwMesh (Peer-to-Peer Blink a LED)</vt:lpstr>
      <vt:lpstr>LwMesh (Peer-to-Peer UART)</vt:lpstr>
      <vt:lpstr>LwMesh (Wireless Sensor Network Demo WSNDemo)</vt:lpstr>
      <vt:lpstr>Issues?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2014-06-02T19:09:51Z</dcterms:created>
  <dcterms:modified xsi:type="dcterms:W3CDTF">2014-06-02T22:52:17Z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TC034606379991</vt:lpwstr>
  </property>
</Properties>
</file>