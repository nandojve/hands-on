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2"/>
  </p:sldMasterIdLst>
  <p:notesMasterIdLst>
    <p:notesMasterId r:id="rId19"/>
  </p:notesMasterIdLst>
  <p:handoutMasterIdLst>
    <p:handoutMasterId r:id="rId20"/>
  </p:handoutMasterIdLst>
  <p:sldIdLst>
    <p:sldId id="265" r:id="rId3"/>
    <p:sldId id="266" r:id="rId4"/>
    <p:sldId id="267" r:id="rId5"/>
    <p:sldId id="268" r:id="rId6"/>
    <p:sldId id="272" r:id="rId7"/>
    <p:sldId id="273" r:id="rId8"/>
    <p:sldId id="271" r:id="rId9"/>
    <p:sldId id="274" r:id="rId10"/>
    <p:sldId id="275" r:id="rId11"/>
    <p:sldId id="276" r:id="rId12"/>
    <p:sldId id="279" r:id="rId13"/>
    <p:sldId id="277" r:id="rId14"/>
    <p:sldId id="278" r:id="rId15"/>
    <p:sldId id="280" r:id="rId16"/>
    <p:sldId id="270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4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58A34-83F4-4B2E-BC5A-DE51EE8822F9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FE58C-C1A6-4C4C-90C2-B7F5B050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E1917-0BAF-4687-978A-82FFF05559C3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E1E9A-E921-4174-A0FC-51868D7AC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0E1E9A-E921-4174-A0FC-51868D7AC5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7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6/4/2014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AB7D7-3608-4730-B2E2-670834DF882C}" type="datetimeFigureOut">
              <a:rPr lang="en-US" smtClean="0"/>
              <a:pPr/>
              <a:t>6/4/2014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825625"/>
            <a:ext cx="9791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</a:rPr>
              <a:t>Gerson</a:t>
            </a:r>
            <a:r>
              <a:rPr lang="en-US" dirty="0" smtClean="0">
                <a:solidFill>
                  <a:schemeClr val="tx1"/>
                </a:solidFill>
              </a:rPr>
              <a:t> Fernando </a:t>
            </a:r>
            <a:r>
              <a:rPr lang="en-US" dirty="0" err="1" smtClean="0">
                <a:solidFill>
                  <a:schemeClr val="tx1"/>
                </a:solidFill>
              </a:rPr>
              <a:t>Budke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nandojve@gmail.com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WM-400L</a:t>
            </a:r>
            <a:br>
              <a:rPr lang="en-US" dirty="0" smtClean="0"/>
            </a:br>
            <a:r>
              <a:rPr lang="en-US" dirty="0" err="1" smtClean="0"/>
              <a:t>Beaglebone</a:t>
            </a:r>
            <a:r>
              <a:rPr lang="en-US" dirty="0" smtClean="0"/>
              <a:t> Black Shield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796" y="3296405"/>
            <a:ext cx="3234177" cy="340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Overview</a:t>
            </a:r>
          </a:p>
          <a:p>
            <a:pPr lvl="0"/>
            <a:r>
              <a:rPr lang="en-US" dirty="0" smtClean="0"/>
              <a:t>Requirements</a:t>
            </a:r>
          </a:p>
          <a:p>
            <a:pPr lvl="0"/>
            <a:r>
              <a:rPr lang="en-US" dirty="0" smtClean="0"/>
              <a:t>Play with </a:t>
            </a:r>
            <a:r>
              <a:rPr lang="en-US" dirty="0" err="1" smtClean="0"/>
              <a:t>QTouch</a:t>
            </a:r>
            <a:endParaRPr lang="en-US" dirty="0" smtClean="0"/>
          </a:p>
          <a:p>
            <a:pPr lvl="0"/>
            <a:r>
              <a:rPr lang="en-US" dirty="0" smtClean="0"/>
              <a:t>Configure </a:t>
            </a:r>
            <a:r>
              <a:rPr lang="en-US" dirty="0" err="1" smtClean="0"/>
              <a:t>Bleaglebone</a:t>
            </a:r>
            <a:r>
              <a:rPr lang="en-US" dirty="0" smtClean="0"/>
              <a:t> Black</a:t>
            </a:r>
          </a:p>
          <a:p>
            <a:pPr lvl="0"/>
            <a:r>
              <a:rPr lang="en-US" dirty="0" smtClean="0"/>
              <a:t>Serial port demo</a:t>
            </a:r>
          </a:p>
          <a:p>
            <a:pPr lvl="0"/>
            <a:r>
              <a:rPr lang="en-US" dirty="0" smtClean="0"/>
              <a:t>Issues?</a:t>
            </a:r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93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hands on target is provide basic knowledge to use </a:t>
            </a:r>
            <a:r>
              <a:rPr lang="en-US" dirty="0" smtClean="0"/>
              <a:t>WM-400L </a:t>
            </a:r>
            <a:r>
              <a:rPr lang="en-US" dirty="0" err="1" smtClean="0"/>
              <a:t>Beaglebone</a:t>
            </a:r>
            <a:r>
              <a:rPr lang="en-US" dirty="0" smtClean="0"/>
              <a:t> Black Shield (BBS) with </a:t>
            </a:r>
            <a:r>
              <a:rPr lang="en-US" dirty="0" err="1" smtClean="0"/>
              <a:t>Beaglebone</a:t>
            </a:r>
            <a:r>
              <a:rPr lang="en-US" dirty="0" smtClean="0"/>
              <a:t> Black as Host. A </a:t>
            </a:r>
            <a:r>
              <a:rPr lang="en-US" dirty="0" err="1" smtClean="0"/>
              <a:t>Qtouch</a:t>
            </a:r>
            <a:r>
              <a:rPr lang="en-US" dirty="0" smtClean="0"/>
              <a:t> demo will be presented to advance knowledge about test and programming the board.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107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To complete this Hands On you need: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Complete ATMEL Studio Hands 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Must have a WM-400L BBS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Must have a </a:t>
            </a:r>
            <a:r>
              <a:rPr lang="en-US" dirty="0" err="1" smtClean="0"/>
              <a:t>Beaglebone</a:t>
            </a:r>
            <a:r>
              <a:rPr lang="en-US" dirty="0" smtClean="0"/>
              <a:t> Black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 PC that run SAM-BA </a:t>
            </a:r>
            <a:r>
              <a:rPr lang="en-US" dirty="0" err="1" smtClean="0"/>
              <a:t>bootloader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 PC with ARM GCC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97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0" y="1825625"/>
            <a:ext cx="4286609" cy="4351338"/>
          </a:xfrm>
        </p:spPr>
        <p:txBody>
          <a:bodyPr/>
          <a:lstStyle/>
          <a:p>
            <a:pPr lvl="0"/>
            <a:r>
              <a:rPr lang="en-US" dirty="0" smtClean="0"/>
              <a:t>Play is only to remember how to compile and download firmware to WM Series with ARM  microcontroller, so can step over.</a:t>
            </a:r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Play with </a:t>
            </a:r>
            <a:r>
              <a:rPr lang="en-US" dirty="0" err="1"/>
              <a:t>QTouch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17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0" y="1825625"/>
            <a:ext cx="5192383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Unplug </a:t>
            </a:r>
            <a:r>
              <a:rPr lang="en-US" dirty="0" err="1" smtClean="0"/>
              <a:t>Beaglebone</a:t>
            </a:r>
            <a:r>
              <a:rPr lang="en-US" dirty="0" smtClean="0"/>
              <a:t> Black from KIT</a:t>
            </a:r>
            <a:endParaRPr lang="en-US" dirty="0"/>
          </a:p>
          <a:p>
            <a:pPr lvl="0"/>
            <a:r>
              <a:rPr lang="en-US" dirty="0" smtClean="0"/>
              <a:t>Access </a:t>
            </a:r>
            <a:r>
              <a:rPr lang="en-US" dirty="0" err="1" smtClean="0"/>
              <a:t>Qtouch</a:t>
            </a:r>
            <a:r>
              <a:rPr lang="en-US" dirty="0" smtClean="0"/>
              <a:t> demo in &lt;</a:t>
            </a:r>
            <a:r>
              <a:rPr lang="en-US" dirty="0" err="1" smtClean="0"/>
              <a:t>asf</a:t>
            </a:r>
            <a:r>
              <a:rPr lang="en-US" dirty="0" smtClean="0"/>
              <a:t> </a:t>
            </a:r>
            <a:r>
              <a:rPr lang="en-US" dirty="0" err="1" smtClean="0"/>
              <a:t>dir</a:t>
            </a:r>
            <a:r>
              <a:rPr lang="en-US" dirty="0" smtClean="0"/>
              <a:t>&gt;\</a:t>
            </a:r>
            <a:r>
              <a:rPr lang="en-US" dirty="0" err="1" smtClean="0"/>
              <a:t>backport</a:t>
            </a:r>
            <a:r>
              <a:rPr lang="en-US" dirty="0" smtClean="0"/>
              <a:t>\WM400\</a:t>
            </a:r>
            <a:r>
              <a:rPr lang="en-US" dirty="0" err="1" smtClean="0"/>
              <a:t>Qtouch</a:t>
            </a:r>
            <a:endParaRPr lang="en-US" dirty="0" smtClean="0"/>
          </a:p>
          <a:p>
            <a:pPr lvl="0"/>
            <a:r>
              <a:rPr lang="en-US" dirty="0" smtClean="0"/>
              <a:t>Build demo code</a:t>
            </a:r>
          </a:p>
          <a:p>
            <a:pPr lvl="0"/>
            <a:r>
              <a:rPr lang="en-US" dirty="0" smtClean="0"/>
              <a:t>Run SAM-BA </a:t>
            </a:r>
            <a:r>
              <a:rPr lang="en-US" dirty="0" err="1" smtClean="0"/>
              <a:t>bootloader</a:t>
            </a:r>
            <a:r>
              <a:rPr lang="en-US" dirty="0" smtClean="0"/>
              <a:t> and upload firmware</a:t>
            </a:r>
          </a:p>
          <a:p>
            <a:pPr lvl="0"/>
            <a:r>
              <a:rPr lang="en-US" dirty="0" smtClean="0"/>
              <a:t>Quit SAM-BA </a:t>
            </a:r>
            <a:r>
              <a:rPr lang="en-US" dirty="0" err="1" smtClean="0"/>
              <a:t>bootloader</a:t>
            </a:r>
            <a:r>
              <a:rPr lang="en-US" dirty="0" smtClean="0"/>
              <a:t> IDE</a:t>
            </a:r>
          </a:p>
          <a:p>
            <a:pPr lvl="0"/>
            <a:r>
              <a:rPr lang="en-US" dirty="0" smtClean="0"/>
              <a:t>Restart board</a:t>
            </a:r>
          </a:p>
          <a:p>
            <a:pPr lvl="0"/>
            <a:r>
              <a:rPr lang="en-US" dirty="0" smtClean="0"/>
              <a:t>Pressing DFU switch enable LED2</a:t>
            </a:r>
          </a:p>
          <a:p>
            <a:pPr lvl="0"/>
            <a:r>
              <a:rPr lang="en-US" dirty="0" smtClean="0"/>
              <a:t>And disable LED1. </a:t>
            </a:r>
            <a:r>
              <a:rPr lang="en-US" dirty="0" err="1" smtClean="0"/>
              <a:t>Unpressing</a:t>
            </a:r>
            <a:r>
              <a:rPr lang="en-US" dirty="0" smtClean="0"/>
              <a:t> toggle LED0 &amp; LED1</a:t>
            </a:r>
          </a:p>
          <a:p>
            <a:pPr lvl="0"/>
            <a:r>
              <a:rPr lang="en-US" dirty="0" smtClean="0"/>
              <a:t>Pressing QT_BTN will enabled LED0 and </a:t>
            </a:r>
            <a:r>
              <a:rPr lang="en-US" dirty="0" err="1" smtClean="0"/>
              <a:t>unpressing</a:t>
            </a:r>
            <a:r>
              <a:rPr lang="en-US" dirty="0" smtClean="0"/>
              <a:t> disable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Play with </a:t>
            </a:r>
            <a:r>
              <a:rPr lang="en-US" dirty="0" err="1"/>
              <a:t>QTouch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738" y="1825625"/>
            <a:ext cx="3595333" cy="37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34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0" y="1825625"/>
            <a:ext cx="4355621" cy="4351338"/>
          </a:xfrm>
        </p:spPr>
        <p:txBody>
          <a:bodyPr/>
          <a:lstStyle/>
          <a:p>
            <a:pPr lvl="0"/>
            <a:r>
              <a:rPr lang="en-US" dirty="0" smtClean="0"/>
              <a:t>Unplug WM-400 module</a:t>
            </a:r>
          </a:p>
          <a:p>
            <a:pPr lvl="0"/>
            <a:r>
              <a:rPr lang="en-US" dirty="0" smtClean="0"/>
              <a:t>Plug </a:t>
            </a:r>
            <a:r>
              <a:rPr lang="en-US" dirty="0" err="1" smtClean="0"/>
              <a:t>Beaglebone</a:t>
            </a:r>
            <a:r>
              <a:rPr lang="en-US" dirty="0" smtClean="0"/>
              <a:t> into PC and wait until mass storage be mount.</a:t>
            </a:r>
          </a:p>
          <a:p>
            <a:pPr lvl="0"/>
            <a:r>
              <a:rPr lang="en-US" dirty="0" smtClean="0"/>
              <a:t>Open uEnv.txt to change boot definition to enable ttyO1 to communicate with WM-400 module</a:t>
            </a:r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Configure </a:t>
            </a:r>
            <a:r>
              <a:rPr lang="en-US" dirty="0" err="1"/>
              <a:t>Bleaglebone</a:t>
            </a:r>
            <a:r>
              <a:rPr lang="en-US" dirty="0"/>
              <a:t> Black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860" y="1320341"/>
            <a:ext cx="3885714" cy="5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38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0" y="1825625"/>
            <a:ext cx="4355621" cy="4351338"/>
          </a:xfrm>
        </p:spPr>
        <p:txBody>
          <a:bodyPr/>
          <a:lstStyle/>
          <a:p>
            <a:pPr lvl="0"/>
            <a:r>
              <a:rPr lang="en-US" dirty="0" smtClean="0"/>
              <a:t>Add </a:t>
            </a:r>
            <a:r>
              <a:rPr lang="en-US" dirty="0" err="1" smtClean="0">
                <a:solidFill>
                  <a:srgbClr val="FF0000"/>
                </a:solidFill>
              </a:rPr>
              <a:t>capemgr.enable_partno</a:t>
            </a:r>
            <a:r>
              <a:rPr lang="en-US" dirty="0" smtClean="0">
                <a:solidFill>
                  <a:srgbClr val="FF0000"/>
                </a:solidFill>
              </a:rPr>
              <a:t>=</a:t>
            </a:r>
            <a:r>
              <a:rPr lang="en-US" dirty="0" smtClean="0"/>
              <a:t> variable with:</a:t>
            </a:r>
          </a:p>
          <a:p>
            <a:pPr lvl="1"/>
            <a:r>
              <a:rPr lang="en-US" dirty="0" smtClean="0"/>
              <a:t>BB-UART1,</a:t>
            </a:r>
          </a:p>
          <a:p>
            <a:pPr lvl="1"/>
            <a:r>
              <a:rPr lang="en-US" dirty="0" smtClean="0"/>
              <a:t>BB-I2C2</a:t>
            </a:r>
          </a:p>
          <a:p>
            <a:r>
              <a:rPr lang="en-US" dirty="0" smtClean="0"/>
              <a:t>save</a:t>
            </a:r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Configure </a:t>
            </a:r>
            <a:r>
              <a:rPr lang="en-US" dirty="0" err="1"/>
              <a:t>Bleaglebone</a:t>
            </a:r>
            <a:r>
              <a:rPr lang="en-US" dirty="0"/>
              <a:t> Black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514" y="1825625"/>
            <a:ext cx="5114286" cy="1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1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0" y="1825625"/>
            <a:ext cx="3706091" cy="4351338"/>
          </a:xfrm>
        </p:spPr>
        <p:txBody>
          <a:bodyPr/>
          <a:lstStyle/>
          <a:p>
            <a:pPr lvl="0"/>
            <a:r>
              <a:rPr lang="en-US" dirty="0" smtClean="0"/>
              <a:t>To access </a:t>
            </a:r>
            <a:r>
              <a:rPr lang="en-US" dirty="0" err="1" smtClean="0"/>
              <a:t>linux</a:t>
            </a:r>
            <a:r>
              <a:rPr lang="en-US" dirty="0" smtClean="0"/>
              <a:t> open putty terminal with Gadget Serial Port</a:t>
            </a:r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Configure </a:t>
            </a:r>
            <a:r>
              <a:rPr lang="en-US" dirty="0" err="1"/>
              <a:t>Bleaglebone</a:t>
            </a:r>
            <a:r>
              <a:rPr lang="en-US" dirty="0"/>
              <a:t> Black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191" y="1800857"/>
            <a:ext cx="6923809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8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1" y="1825625"/>
            <a:ext cx="3925138" cy="4351338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Press enter</a:t>
            </a:r>
          </a:p>
          <a:p>
            <a:pPr lvl="0"/>
            <a:r>
              <a:rPr lang="en-US" dirty="0" err="1" smtClean="0"/>
              <a:t>Beaglebone</a:t>
            </a:r>
            <a:r>
              <a:rPr lang="en-US" dirty="0" smtClean="0"/>
              <a:t> Black will show Angstrom logo</a:t>
            </a:r>
            <a:endParaRPr lang="en-US" dirty="0" smtClean="0"/>
          </a:p>
          <a:p>
            <a:pPr lvl="0"/>
            <a:r>
              <a:rPr lang="en-US" dirty="0" smtClean="0"/>
              <a:t>Use root to login</a:t>
            </a:r>
          </a:p>
          <a:p>
            <a:pPr lvl="0"/>
            <a:r>
              <a:rPr lang="en-US" dirty="0" smtClean="0"/>
              <a:t>Type “halt”</a:t>
            </a:r>
          </a:p>
          <a:p>
            <a:pPr lvl="0"/>
            <a:r>
              <a:rPr lang="en-US" dirty="0" smtClean="0"/>
              <a:t>Close putty</a:t>
            </a:r>
          </a:p>
          <a:p>
            <a:pPr lvl="0"/>
            <a:r>
              <a:rPr lang="en-US" dirty="0" smtClean="0"/>
              <a:t>Wait until </a:t>
            </a:r>
            <a:r>
              <a:rPr lang="en-US" dirty="0" err="1" smtClean="0"/>
              <a:t>leds</a:t>
            </a:r>
            <a:r>
              <a:rPr lang="en-US" dirty="0" smtClean="0"/>
              <a:t> off</a:t>
            </a:r>
          </a:p>
          <a:p>
            <a:pPr lvl="0"/>
            <a:r>
              <a:rPr lang="en-US" dirty="0" smtClean="0"/>
              <a:t>Unplug </a:t>
            </a:r>
            <a:r>
              <a:rPr lang="en-US" dirty="0" err="1" smtClean="0"/>
              <a:t>Beaglebone</a:t>
            </a:r>
            <a:r>
              <a:rPr lang="en-US" dirty="0" smtClean="0"/>
              <a:t> USB cable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Configure </a:t>
            </a:r>
            <a:r>
              <a:rPr lang="en-US" dirty="0" err="1"/>
              <a:t>Bleaglebone</a:t>
            </a:r>
            <a:r>
              <a:rPr lang="en-US" dirty="0"/>
              <a:t> Black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238" y="2553238"/>
            <a:ext cx="6704762" cy="4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7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1" y="1825625"/>
            <a:ext cx="3925138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 smtClean="0"/>
              <a:t>Connect WM-400 to </a:t>
            </a:r>
            <a:r>
              <a:rPr lang="en-US" dirty="0" err="1" smtClean="0"/>
              <a:t>Beaglebone</a:t>
            </a:r>
            <a:endParaRPr lang="en-US" dirty="0" smtClean="0"/>
          </a:p>
          <a:p>
            <a:pPr lvl="0"/>
            <a:r>
              <a:rPr lang="en-US" dirty="0" smtClean="0"/>
              <a:t>Plug </a:t>
            </a:r>
            <a:r>
              <a:rPr lang="en-US" dirty="0" err="1" smtClean="0"/>
              <a:t>Beaglebone</a:t>
            </a:r>
            <a:r>
              <a:rPr lang="en-US" dirty="0" smtClean="0"/>
              <a:t> USB cable</a:t>
            </a:r>
          </a:p>
          <a:p>
            <a:pPr lvl="0"/>
            <a:r>
              <a:rPr lang="en-US" dirty="0" smtClean="0"/>
              <a:t>Wait until mass storage be mounted</a:t>
            </a:r>
          </a:p>
          <a:p>
            <a:pPr lvl="0"/>
            <a:r>
              <a:rPr lang="en-US" dirty="0" smtClean="0"/>
              <a:t>Repeat the </a:t>
            </a:r>
            <a:r>
              <a:rPr lang="en-US" dirty="0"/>
              <a:t>putty p</a:t>
            </a:r>
            <a:r>
              <a:rPr lang="en-US" dirty="0" smtClean="0"/>
              <a:t>rocess to access </a:t>
            </a:r>
            <a:r>
              <a:rPr lang="en-US" dirty="0" err="1" smtClean="0"/>
              <a:t>linux</a:t>
            </a:r>
            <a:endParaRPr lang="en-US" dirty="0" smtClean="0"/>
          </a:p>
          <a:p>
            <a:r>
              <a:rPr lang="en-US" dirty="0"/>
              <a:t>Now, Type “</a:t>
            </a:r>
            <a:r>
              <a:rPr lang="en-US" dirty="0" err="1"/>
              <a:t>ls</a:t>
            </a:r>
            <a:r>
              <a:rPr lang="en-US" dirty="0"/>
              <a:t> /</a:t>
            </a:r>
            <a:r>
              <a:rPr lang="en-US" dirty="0" err="1"/>
              <a:t>dev</a:t>
            </a:r>
            <a:r>
              <a:rPr lang="en-US" dirty="0"/>
              <a:t>/</a:t>
            </a:r>
            <a:r>
              <a:rPr lang="en-US" dirty="0" err="1"/>
              <a:t>ttyO</a:t>
            </a:r>
            <a:r>
              <a:rPr lang="en-US" dirty="0"/>
              <a:t>*” to see serial port 1 </a:t>
            </a:r>
            <a:r>
              <a:rPr lang="en-US" dirty="0" smtClean="0"/>
              <a:t>was enabled</a:t>
            </a:r>
            <a:endParaRPr lang="en-US" dirty="0"/>
          </a:p>
          <a:p>
            <a:pPr lvl="0"/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Configure </a:t>
            </a:r>
            <a:r>
              <a:rPr lang="en-US" dirty="0" err="1"/>
              <a:t>Bleaglebone</a:t>
            </a:r>
            <a:r>
              <a:rPr lang="en-US" dirty="0"/>
              <a:t> Black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238" y="2553238"/>
            <a:ext cx="6704762" cy="4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46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1" y="1834251"/>
            <a:ext cx="3925138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 smtClean="0"/>
              <a:t>In PC:</a:t>
            </a:r>
          </a:p>
          <a:p>
            <a:pPr lvl="1"/>
            <a:r>
              <a:rPr lang="en-US" dirty="0" smtClean="0"/>
              <a:t>Write the follow script in notepad</a:t>
            </a:r>
          </a:p>
          <a:p>
            <a:pPr lvl="1"/>
            <a:r>
              <a:rPr lang="en-US" dirty="0" smtClean="0"/>
              <a:t>Select ALL and Copy to transfer area</a:t>
            </a:r>
          </a:p>
          <a:p>
            <a:pPr lvl="0"/>
            <a:r>
              <a:rPr lang="en-US" dirty="0" smtClean="0"/>
              <a:t>In Putty Shell:</a:t>
            </a:r>
          </a:p>
          <a:p>
            <a:pPr lvl="1"/>
            <a:r>
              <a:rPr lang="en-US" dirty="0" smtClean="0"/>
              <a:t>Type </a:t>
            </a:r>
            <a:r>
              <a:rPr lang="en-US" dirty="0"/>
              <a:t>“vim gpio.sh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Type “</a:t>
            </a:r>
            <a:r>
              <a:rPr lang="en-US" dirty="0" err="1" smtClean="0"/>
              <a:t>i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Type “SHIFT Insert”</a:t>
            </a:r>
          </a:p>
          <a:p>
            <a:pPr lvl="1"/>
            <a:r>
              <a:rPr lang="en-US" dirty="0" smtClean="0"/>
              <a:t>Type “ESC”</a:t>
            </a:r>
            <a:endParaRPr lang="en-US" dirty="0"/>
          </a:p>
          <a:p>
            <a:pPr lvl="1"/>
            <a:r>
              <a:rPr lang="en-US" dirty="0" smtClean="0"/>
              <a:t>Type “:x!”</a:t>
            </a:r>
          </a:p>
          <a:p>
            <a:pPr lvl="1"/>
            <a:r>
              <a:rPr lang="en-US" dirty="0" smtClean="0"/>
              <a:t>Type “</a:t>
            </a:r>
            <a:r>
              <a:rPr lang="en-US" dirty="0" err="1" smtClean="0"/>
              <a:t>chmod</a:t>
            </a:r>
            <a:r>
              <a:rPr lang="en-US" dirty="0" smtClean="0"/>
              <a:t> 755 gpio.sh”</a:t>
            </a:r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Configure </a:t>
            </a:r>
            <a:r>
              <a:rPr lang="en-US" dirty="0" err="1"/>
              <a:t>Bleaglebone</a:t>
            </a:r>
            <a:r>
              <a:rPr lang="en-US" dirty="0"/>
              <a:t> Black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238" y="1690688"/>
            <a:ext cx="6348203" cy="49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40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1" y="1825625"/>
            <a:ext cx="3925138" cy="4351338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Type “./gpio.sh”</a:t>
            </a:r>
          </a:p>
          <a:p>
            <a:pPr lvl="0"/>
            <a:r>
              <a:rPr lang="en-US" dirty="0" smtClean="0"/>
              <a:t>This script will configure:</a:t>
            </a:r>
          </a:p>
          <a:p>
            <a:pPr lvl="1"/>
            <a:r>
              <a:rPr lang="en-US" dirty="0" smtClean="0"/>
              <a:t>GPIO to Reset board</a:t>
            </a:r>
          </a:p>
          <a:p>
            <a:pPr lvl="1"/>
            <a:r>
              <a:rPr lang="en-US" dirty="0" smtClean="0"/>
              <a:t>GPIO to Power Management</a:t>
            </a:r>
          </a:p>
          <a:p>
            <a:pPr lvl="1"/>
            <a:r>
              <a:rPr lang="en-US" dirty="0" smtClean="0"/>
              <a:t>ttyO1 speed to 115200 8N1</a:t>
            </a:r>
          </a:p>
          <a:p>
            <a:r>
              <a:rPr lang="en-US" dirty="0" smtClean="0"/>
              <a:t>WM-400 will start after running </a:t>
            </a:r>
            <a:r>
              <a:rPr lang="en-US" b="1" dirty="0" smtClean="0"/>
              <a:t>gpio.sh</a:t>
            </a:r>
            <a:endParaRPr lang="en-US" b="1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Configure </a:t>
            </a:r>
            <a:r>
              <a:rPr lang="en-US" dirty="0" err="1"/>
              <a:t>Bleaglebone</a:t>
            </a:r>
            <a:r>
              <a:rPr lang="en-US" dirty="0"/>
              <a:t> Black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714" y="2524667"/>
            <a:ext cx="6714286" cy="4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3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0" y="1825625"/>
            <a:ext cx="5925627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 smtClean="0"/>
              <a:t>Reset sequence:</a:t>
            </a:r>
          </a:p>
          <a:p>
            <a:pPr lvl="0"/>
            <a:r>
              <a:rPr lang="en-US" dirty="0"/>
              <a:t>echo </a:t>
            </a:r>
            <a:r>
              <a:rPr lang="en-US" dirty="0" smtClean="0"/>
              <a:t>0 </a:t>
            </a:r>
            <a:r>
              <a:rPr lang="en-US" dirty="0"/>
              <a:t>&gt; /</a:t>
            </a:r>
            <a:r>
              <a:rPr lang="en-US" dirty="0" smtClean="0"/>
              <a:t>sys/class/</a:t>
            </a:r>
            <a:r>
              <a:rPr lang="en-US" dirty="0" err="1" smtClean="0"/>
              <a:t>gpio</a:t>
            </a:r>
            <a:r>
              <a:rPr lang="en-US" dirty="0" smtClean="0"/>
              <a:t>/gpio60/value</a:t>
            </a:r>
          </a:p>
          <a:p>
            <a:pPr lvl="1"/>
            <a:r>
              <a:rPr lang="en-US" dirty="0" smtClean="0"/>
              <a:t>This reset WM-400 board</a:t>
            </a:r>
          </a:p>
          <a:p>
            <a:pPr lvl="0"/>
            <a:r>
              <a:rPr lang="en-US" dirty="0"/>
              <a:t>echo </a:t>
            </a:r>
            <a:r>
              <a:rPr lang="en-US" dirty="0" smtClean="0"/>
              <a:t>1 </a:t>
            </a:r>
            <a:r>
              <a:rPr lang="en-US" dirty="0"/>
              <a:t>&gt; /sys/class/</a:t>
            </a:r>
            <a:r>
              <a:rPr lang="en-US" dirty="0" err="1"/>
              <a:t>gpio</a:t>
            </a:r>
            <a:r>
              <a:rPr lang="en-US" dirty="0"/>
              <a:t>/gpio60/value</a:t>
            </a:r>
          </a:p>
          <a:p>
            <a:pPr lvl="1"/>
            <a:r>
              <a:rPr lang="en-US" dirty="0" smtClean="0"/>
              <a:t>This start WM-400 board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 DFU button is represented by </a:t>
            </a:r>
            <a:r>
              <a:rPr lang="en-US" b="1" dirty="0" smtClean="0"/>
              <a:t>gpio26</a:t>
            </a:r>
            <a:r>
              <a:rPr lang="en-US" dirty="0" smtClean="0"/>
              <a:t>. If you need simulated a button press proceed like reset sequence change </a:t>
            </a:r>
            <a:r>
              <a:rPr lang="en-US" i="1" dirty="0" smtClean="0"/>
              <a:t>gpio60</a:t>
            </a:r>
            <a:r>
              <a:rPr lang="en-US" dirty="0" smtClean="0"/>
              <a:t> to </a:t>
            </a:r>
            <a:r>
              <a:rPr lang="en-US" i="1" dirty="0" smtClean="0"/>
              <a:t>gpio26</a:t>
            </a:r>
          </a:p>
          <a:p>
            <a:pPr lvl="1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Configure </a:t>
            </a:r>
            <a:r>
              <a:rPr lang="en-US" dirty="0" err="1"/>
              <a:t>Bleaglebone</a:t>
            </a:r>
            <a:r>
              <a:rPr lang="en-US" dirty="0"/>
              <a:t> Black</a:t>
            </a:r>
          </a:p>
        </p:txBody>
      </p:sp>
    </p:spTree>
    <p:extLst>
      <p:ext uri="{BB962C8B-B14F-4D97-AF65-F5344CB8AC3E}">
        <p14:creationId xmlns:p14="http://schemas.microsoft.com/office/powerpoint/2010/main" val="3425826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Plug WM-400 USB cable</a:t>
            </a:r>
          </a:p>
          <a:p>
            <a:r>
              <a:rPr lang="en-US" dirty="0" smtClean="0"/>
              <a:t>Access USART_BBBS </a:t>
            </a:r>
            <a:r>
              <a:rPr lang="en-US" dirty="0"/>
              <a:t>demo in &lt;</a:t>
            </a:r>
            <a:r>
              <a:rPr lang="en-US" dirty="0" err="1"/>
              <a:t>asf</a:t>
            </a:r>
            <a:r>
              <a:rPr lang="en-US" dirty="0"/>
              <a:t> </a:t>
            </a:r>
            <a:r>
              <a:rPr lang="en-US" dirty="0" err="1"/>
              <a:t>dir</a:t>
            </a:r>
            <a:r>
              <a:rPr lang="en-US" dirty="0" smtClean="0"/>
              <a:t>&gt;\</a:t>
            </a:r>
            <a:r>
              <a:rPr lang="en-US" dirty="0" err="1" smtClean="0"/>
              <a:t>backport</a:t>
            </a:r>
            <a:r>
              <a:rPr lang="en-US" dirty="0" smtClean="0"/>
              <a:t>\WM400\USART_BBBS</a:t>
            </a:r>
            <a:endParaRPr lang="en-US" dirty="0"/>
          </a:p>
          <a:p>
            <a:pPr lvl="0"/>
            <a:r>
              <a:rPr lang="en-US" dirty="0"/>
              <a:t>Build demo </a:t>
            </a:r>
            <a:r>
              <a:rPr lang="en-US" dirty="0" smtClean="0"/>
              <a:t>code</a:t>
            </a:r>
          </a:p>
          <a:p>
            <a:pPr lvl="0"/>
            <a:r>
              <a:rPr lang="en-US" dirty="0" smtClean="0"/>
              <a:t>Use GPIOs to simulated SAM-BA DFU sequence</a:t>
            </a:r>
            <a:endParaRPr lang="en-US" dirty="0"/>
          </a:p>
          <a:p>
            <a:pPr lvl="0"/>
            <a:r>
              <a:rPr lang="en-US" dirty="0"/>
              <a:t>Run SAM-BA </a:t>
            </a:r>
            <a:r>
              <a:rPr lang="en-US" dirty="0" err="1"/>
              <a:t>bootloader</a:t>
            </a:r>
            <a:r>
              <a:rPr lang="en-US" dirty="0"/>
              <a:t> and upload firmware</a:t>
            </a:r>
          </a:p>
          <a:p>
            <a:pPr lvl="0"/>
            <a:r>
              <a:rPr lang="en-US" dirty="0"/>
              <a:t>Quit SAM-BA </a:t>
            </a:r>
            <a:r>
              <a:rPr lang="en-US" dirty="0" err="1"/>
              <a:t>bootloader</a:t>
            </a:r>
            <a:r>
              <a:rPr lang="en-US" dirty="0"/>
              <a:t> IDE</a:t>
            </a:r>
          </a:p>
          <a:p>
            <a:pPr lvl="0"/>
            <a:r>
              <a:rPr lang="en-US" dirty="0" smtClean="0"/>
              <a:t>Use GPIOs to reset board</a:t>
            </a:r>
          </a:p>
          <a:p>
            <a:pPr lvl="0"/>
            <a:r>
              <a:rPr lang="en-US" dirty="0" smtClean="0"/>
              <a:t>Type “cat /</a:t>
            </a:r>
            <a:r>
              <a:rPr lang="en-US" dirty="0" err="1" smtClean="0"/>
              <a:t>dev</a:t>
            </a:r>
            <a:r>
              <a:rPr lang="en-US" dirty="0" smtClean="0"/>
              <a:t>/ttyO1” to see what WM-400 send to </a:t>
            </a:r>
            <a:r>
              <a:rPr lang="en-US" dirty="0" err="1" smtClean="0"/>
              <a:t>Beaglebone</a:t>
            </a:r>
            <a:endParaRPr lang="en-US" dirty="0" smtClean="0"/>
          </a:p>
          <a:p>
            <a:pPr lvl="0"/>
            <a:r>
              <a:rPr lang="en-US" dirty="0" smtClean="0"/>
              <a:t>“CTRL+C” to quit demo</a:t>
            </a:r>
          </a:p>
          <a:p>
            <a:pPr lvl="0"/>
            <a:r>
              <a:rPr lang="en-US" dirty="0" smtClean="0"/>
              <a:t>“halt” to shutdown </a:t>
            </a:r>
            <a:r>
              <a:rPr lang="en-US" dirty="0" err="1" smtClean="0"/>
              <a:t>linux</a:t>
            </a:r>
            <a:endParaRPr lang="en-US" dirty="0"/>
          </a:p>
          <a:p>
            <a:pPr lvl="0"/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Serial port demo</a:t>
            </a:r>
          </a:p>
        </p:txBody>
      </p:sp>
    </p:spTree>
    <p:extLst>
      <p:ext uri="{BB962C8B-B14F-4D97-AF65-F5344CB8AC3E}">
        <p14:creationId xmlns:p14="http://schemas.microsoft.com/office/powerpoint/2010/main" val="3306603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n</a:t>
            </a:r>
            <a:r>
              <a:rPr lang="en-US" dirty="0" err="1" smtClean="0"/>
              <a:t>andojve</a:t>
            </a:r>
            <a:r>
              <a:rPr lang="en-US" dirty="0" smtClean="0"/>
              <a:t> at </a:t>
            </a:r>
            <a:r>
              <a:rPr lang="en-US" dirty="0" err="1" smtClean="0"/>
              <a:t>gmail</a:t>
            </a:r>
            <a:r>
              <a:rPr lang="en-US" dirty="0" smtClean="0"/>
              <a:t> dot com</a:t>
            </a:r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Issues?</a:t>
            </a:r>
          </a:p>
        </p:txBody>
      </p:sp>
    </p:spTree>
    <p:extLst>
      <p:ext uri="{BB962C8B-B14F-4D97-AF65-F5344CB8AC3E}">
        <p14:creationId xmlns:p14="http://schemas.microsoft.com/office/powerpoint/2010/main" val="656871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loud skipper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oud skipper design template" id="{30DBBF30-EDA2-4408-9702-3B0A8AED6F12}" vid="{0F128B79-39D4-4007-9EC6-E245A2CC91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A1AFEDE-5CAF-4D05-AC35-0F55C5366E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 skipper design slides</Template>
  <TotalTime>0</TotalTime>
  <Words>503</Words>
  <Application>Microsoft Office PowerPoint</Application>
  <PresentationFormat>Widescreen</PresentationFormat>
  <Paragraphs>97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Cloud skipper design template</vt:lpstr>
      <vt:lpstr>WM-400L Beaglebone Black Shield</vt:lpstr>
      <vt:lpstr>Agenda</vt:lpstr>
      <vt:lpstr>Overview</vt:lpstr>
      <vt:lpstr>Requirements</vt:lpstr>
      <vt:lpstr>Play with QTouch</vt:lpstr>
      <vt:lpstr>Play with QTouch</vt:lpstr>
      <vt:lpstr>Configure Bleaglebone Black</vt:lpstr>
      <vt:lpstr>Configure Bleaglebone Black</vt:lpstr>
      <vt:lpstr>Configure Bleaglebone Black</vt:lpstr>
      <vt:lpstr>Configure Bleaglebone Black</vt:lpstr>
      <vt:lpstr>Configure Bleaglebone Black</vt:lpstr>
      <vt:lpstr>Configure Bleaglebone Black</vt:lpstr>
      <vt:lpstr>Configure Bleaglebone Black</vt:lpstr>
      <vt:lpstr>Configure Bleaglebone Black</vt:lpstr>
      <vt:lpstr>Serial port demo</vt:lpstr>
      <vt:lpstr>Issues?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2014-06-03T01:33:05Z</dcterms:created>
  <dcterms:modified xsi:type="dcterms:W3CDTF">2014-06-04T18:21:04Z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TC034605089991</vt:lpwstr>
  </property>
</Properties>
</file>